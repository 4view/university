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FB0C7-BDDD-45A5-AF0B-7707E1A93BA6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16F9A-EE21-402E-9004-384217A66E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517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16F9A-EE21-402E-9004-384217A66EE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624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002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2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16306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6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1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03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63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1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46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2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1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31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b="1" dirty="0" err="1"/>
              <a:t>Разработка</a:t>
            </a:r>
            <a:r>
              <a:rPr b="1" dirty="0"/>
              <a:t> Telegram-</a:t>
            </a:r>
            <a:r>
              <a:rPr b="1" dirty="0" err="1"/>
              <a:t>бота</a:t>
            </a:r>
            <a:r>
              <a:rPr b="1" dirty="0"/>
              <a:t> </a:t>
            </a:r>
            <a:r>
              <a:rPr b="1" dirty="0" err="1"/>
              <a:t>для</a:t>
            </a:r>
            <a:r>
              <a:rPr b="1" dirty="0"/>
              <a:t> </a:t>
            </a:r>
            <a:r>
              <a:rPr b="1" dirty="0" err="1"/>
              <a:t>отслеживания</a:t>
            </a:r>
            <a:r>
              <a:rPr b="1" dirty="0"/>
              <a:t> </a:t>
            </a:r>
            <a:r>
              <a:rPr b="1" dirty="0" err="1"/>
              <a:t>показаний</a:t>
            </a:r>
            <a:r>
              <a:rPr b="1" dirty="0"/>
              <a:t> </a:t>
            </a:r>
            <a:r>
              <a:rPr b="1" dirty="0" err="1"/>
              <a:t>счетчиков</a:t>
            </a:r>
            <a:r>
              <a:rPr b="1" dirty="0"/>
              <a:t> </a:t>
            </a:r>
            <a:r>
              <a:rPr b="1" dirty="0" err="1"/>
              <a:t>воды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Задание 2. Практическая работа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Актуальность</a:t>
            </a:r>
            <a:r>
              <a:rPr b="1" dirty="0"/>
              <a:t> </a:t>
            </a:r>
            <a:r>
              <a:rPr b="1" dirty="0" err="1"/>
              <a:t>исследования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 err="1"/>
              <a:t>Современные</a:t>
            </a:r>
            <a:r>
              <a:rPr sz="2000" dirty="0"/>
              <a:t> </a:t>
            </a:r>
            <a:r>
              <a:rPr sz="2000" dirty="0" err="1"/>
              <a:t>технологии</a:t>
            </a:r>
            <a:r>
              <a:rPr sz="2000" dirty="0"/>
              <a:t> </a:t>
            </a:r>
            <a:r>
              <a:rPr sz="2000" dirty="0" err="1"/>
              <a:t>автоматизации</a:t>
            </a:r>
            <a:r>
              <a:rPr sz="2000" dirty="0"/>
              <a:t> и </a:t>
            </a:r>
            <a:r>
              <a:rPr sz="2000" dirty="0" err="1"/>
              <a:t>цифровизации</a:t>
            </a:r>
            <a:r>
              <a:rPr sz="2000" dirty="0"/>
              <a:t> </a:t>
            </a:r>
            <a:r>
              <a:rPr sz="2000" dirty="0" err="1"/>
              <a:t>коммунальных</a:t>
            </a:r>
            <a:r>
              <a:rPr sz="2000" dirty="0"/>
              <a:t> </a:t>
            </a:r>
            <a:r>
              <a:rPr sz="2000" dirty="0" err="1"/>
              <a:t>услуг</a:t>
            </a:r>
            <a:r>
              <a:rPr sz="2000" dirty="0"/>
              <a:t> </a:t>
            </a:r>
            <a:r>
              <a:rPr sz="2000" dirty="0" err="1"/>
              <a:t>позволяют</a:t>
            </a:r>
            <a:r>
              <a:rPr sz="2000" dirty="0"/>
              <a:t> </a:t>
            </a:r>
            <a:r>
              <a:rPr sz="2000" dirty="0" err="1"/>
              <a:t>значительно</a:t>
            </a:r>
            <a:r>
              <a:rPr sz="2000" dirty="0"/>
              <a:t> </a:t>
            </a:r>
            <a:r>
              <a:rPr sz="2000" dirty="0" err="1"/>
              <a:t>упростить</a:t>
            </a:r>
            <a:r>
              <a:rPr sz="2000" dirty="0"/>
              <a:t> </a:t>
            </a:r>
            <a:r>
              <a:rPr sz="2000" dirty="0" err="1"/>
              <a:t>процесс</a:t>
            </a:r>
            <a:r>
              <a:rPr sz="2000" dirty="0"/>
              <a:t> </a:t>
            </a:r>
            <a:r>
              <a:rPr sz="2000" dirty="0" err="1"/>
              <a:t>передачи</a:t>
            </a:r>
            <a:r>
              <a:rPr sz="2000" dirty="0"/>
              <a:t> и </a:t>
            </a:r>
            <a:r>
              <a:rPr sz="2000" dirty="0" err="1"/>
              <a:t>учета</a:t>
            </a:r>
            <a:r>
              <a:rPr sz="2000" dirty="0"/>
              <a:t> </a:t>
            </a:r>
            <a:r>
              <a:rPr sz="2000" dirty="0" err="1"/>
              <a:t>показаний</a:t>
            </a:r>
            <a:r>
              <a:rPr sz="2000" dirty="0"/>
              <a:t> </a:t>
            </a:r>
            <a:r>
              <a:rPr sz="2000" dirty="0" err="1"/>
              <a:t>водосчетчиков</a:t>
            </a:r>
            <a:r>
              <a:rPr sz="2000" dirty="0"/>
              <a:t>. </a:t>
            </a:r>
            <a:r>
              <a:rPr sz="2000" dirty="0" err="1"/>
              <a:t>Однако</a:t>
            </a:r>
            <a:r>
              <a:rPr sz="2000" dirty="0"/>
              <a:t> </a:t>
            </a:r>
            <a:r>
              <a:rPr sz="2000" dirty="0" err="1"/>
              <a:t>пользователи</a:t>
            </a:r>
            <a:r>
              <a:rPr sz="2000" dirty="0"/>
              <a:t> </a:t>
            </a:r>
            <a:r>
              <a:rPr sz="2000" dirty="0" err="1"/>
              <a:t>часто</a:t>
            </a:r>
            <a:r>
              <a:rPr sz="2000" dirty="0"/>
              <a:t> </a:t>
            </a:r>
            <a:r>
              <a:rPr sz="2000" dirty="0" err="1"/>
              <a:t>сталкиваются</a:t>
            </a:r>
            <a:r>
              <a:rPr sz="2000" dirty="0"/>
              <a:t> с </a:t>
            </a:r>
            <a:r>
              <a:rPr sz="2000" dirty="0" err="1"/>
              <a:t>неудобством</a:t>
            </a:r>
            <a:r>
              <a:rPr sz="2000" dirty="0"/>
              <a:t> </a:t>
            </a:r>
            <a:r>
              <a:rPr sz="2000" dirty="0" err="1"/>
              <a:t>ручного</a:t>
            </a:r>
            <a:r>
              <a:rPr sz="2000" dirty="0"/>
              <a:t> </a:t>
            </a:r>
            <a:r>
              <a:rPr sz="2000" dirty="0" err="1"/>
              <a:t>внесения</a:t>
            </a:r>
            <a:r>
              <a:rPr sz="2000" dirty="0"/>
              <a:t> </a:t>
            </a:r>
            <a:r>
              <a:rPr sz="2000" dirty="0" err="1"/>
              <a:t>данных</a:t>
            </a:r>
            <a:r>
              <a:rPr sz="2000" dirty="0"/>
              <a:t>, </a:t>
            </a:r>
            <a:r>
              <a:rPr sz="2000" dirty="0" err="1"/>
              <a:t>отсутствием</a:t>
            </a:r>
            <a:r>
              <a:rPr sz="2000" dirty="0"/>
              <a:t> </a:t>
            </a:r>
            <a:r>
              <a:rPr sz="2000" dirty="0" err="1"/>
              <a:t>напоминаний</a:t>
            </a:r>
            <a:r>
              <a:rPr sz="2000" dirty="0"/>
              <a:t> и </a:t>
            </a:r>
            <a:r>
              <a:rPr sz="2000" dirty="0" err="1"/>
              <a:t>прозрачной</a:t>
            </a:r>
            <a:r>
              <a:rPr sz="2000" dirty="0"/>
              <a:t> </a:t>
            </a:r>
            <a:r>
              <a:rPr sz="2000" dirty="0" err="1"/>
              <a:t>статистики</a:t>
            </a:r>
            <a:r>
              <a:rPr sz="2000" dirty="0"/>
              <a:t>. </a:t>
            </a:r>
            <a:r>
              <a:rPr sz="2000" dirty="0" err="1"/>
              <a:t>Создание</a:t>
            </a:r>
            <a:r>
              <a:rPr sz="2000" dirty="0"/>
              <a:t> Telegram-</a:t>
            </a:r>
            <a:r>
              <a:rPr sz="2000" dirty="0" err="1"/>
              <a:t>бота</a:t>
            </a:r>
            <a:r>
              <a:rPr sz="2000" dirty="0"/>
              <a:t> </a:t>
            </a:r>
            <a:r>
              <a:rPr sz="2000" dirty="0" err="1"/>
              <a:t>актуально</a:t>
            </a:r>
            <a:r>
              <a:rPr sz="2000" dirty="0"/>
              <a:t>, </a:t>
            </a:r>
            <a:r>
              <a:rPr sz="2000" dirty="0" err="1"/>
              <a:t>так</a:t>
            </a:r>
            <a:r>
              <a:rPr sz="2000" dirty="0"/>
              <a:t> </a:t>
            </a:r>
            <a:r>
              <a:rPr sz="2000" dirty="0" err="1"/>
              <a:t>как</a:t>
            </a:r>
            <a:r>
              <a:rPr sz="2000" dirty="0"/>
              <a:t> </a:t>
            </a:r>
            <a:r>
              <a:rPr sz="2000" dirty="0" err="1"/>
              <a:t>он</a:t>
            </a:r>
            <a:r>
              <a:rPr sz="2000" dirty="0"/>
              <a:t> </a:t>
            </a:r>
            <a:r>
              <a:rPr sz="2000" dirty="0" err="1"/>
              <a:t>обеспечивает</a:t>
            </a:r>
            <a:r>
              <a:rPr sz="2000" dirty="0"/>
              <a:t> </a:t>
            </a:r>
            <a:r>
              <a:rPr sz="2000" dirty="0" err="1"/>
              <a:t>удобный</a:t>
            </a:r>
            <a:r>
              <a:rPr sz="2000" dirty="0"/>
              <a:t>, </a:t>
            </a:r>
            <a:r>
              <a:rPr sz="2000" dirty="0" err="1"/>
              <a:t>доступный</a:t>
            </a:r>
            <a:r>
              <a:rPr sz="2000" dirty="0"/>
              <a:t> и </a:t>
            </a:r>
            <a:r>
              <a:rPr sz="2000" dirty="0" err="1"/>
              <a:t>автоматизированный</a:t>
            </a:r>
            <a:r>
              <a:rPr sz="2000" dirty="0"/>
              <a:t> </a:t>
            </a:r>
            <a:r>
              <a:rPr sz="2000" dirty="0" err="1"/>
              <a:t>способ</a:t>
            </a:r>
            <a:r>
              <a:rPr sz="2000" dirty="0"/>
              <a:t> </a:t>
            </a:r>
            <a:r>
              <a:rPr sz="2000" dirty="0" err="1"/>
              <a:t>взаимодействия</a:t>
            </a:r>
            <a:r>
              <a:rPr sz="2000" dirty="0"/>
              <a:t> </a:t>
            </a:r>
            <a:r>
              <a:rPr sz="2000" dirty="0" err="1"/>
              <a:t>между</a:t>
            </a:r>
            <a:r>
              <a:rPr sz="2000" dirty="0"/>
              <a:t> </a:t>
            </a:r>
            <a:r>
              <a:rPr sz="2000" dirty="0" err="1"/>
              <a:t>пользователем</a:t>
            </a:r>
            <a:r>
              <a:rPr sz="2000" dirty="0"/>
              <a:t> и </a:t>
            </a:r>
            <a:r>
              <a:rPr sz="2000" dirty="0" err="1"/>
              <a:t>системой</a:t>
            </a:r>
            <a:r>
              <a:rPr sz="2000" dirty="0"/>
              <a:t> </a:t>
            </a:r>
            <a:r>
              <a:rPr sz="2000" dirty="0" err="1"/>
              <a:t>учета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Объект</a:t>
            </a:r>
            <a:r>
              <a:rPr b="1" dirty="0"/>
              <a:t> и </a:t>
            </a:r>
            <a:r>
              <a:rPr b="1" dirty="0" err="1"/>
              <a:t>предмет</a:t>
            </a:r>
            <a:r>
              <a:rPr b="1" dirty="0"/>
              <a:t> </a:t>
            </a:r>
            <a:r>
              <a:rPr b="1" dirty="0" err="1"/>
              <a:t>исследования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194170"/>
            <a:ext cx="6446520" cy="4351337"/>
          </a:xfrm>
        </p:spPr>
        <p:txBody>
          <a:bodyPr>
            <a:normAutofit/>
          </a:bodyPr>
          <a:lstStyle/>
          <a:p>
            <a:r>
              <a:rPr sz="2000" dirty="0" err="1"/>
              <a:t>Объект</a:t>
            </a:r>
            <a:r>
              <a:rPr sz="2000" dirty="0"/>
              <a:t> </a:t>
            </a:r>
            <a:r>
              <a:rPr sz="2000" dirty="0" err="1"/>
              <a:t>исследования</a:t>
            </a:r>
            <a:r>
              <a:rPr sz="2000" dirty="0"/>
              <a:t>: </a:t>
            </a:r>
            <a:r>
              <a:rPr sz="2000" dirty="0" err="1"/>
              <a:t>процесс</a:t>
            </a:r>
            <a:r>
              <a:rPr sz="2000" dirty="0"/>
              <a:t> </a:t>
            </a:r>
            <a:r>
              <a:rPr sz="2000" dirty="0" err="1"/>
              <a:t>учета</a:t>
            </a:r>
            <a:r>
              <a:rPr sz="2000" dirty="0"/>
              <a:t> и </a:t>
            </a:r>
            <a:r>
              <a:rPr sz="2000" dirty="0" err="1"/>
              <a:t>передачи</a:t>
            </a:r>
            <a:r>
              <a:rPr sz="2000" dirty="0"/>
              <a:t> </a:t>
            </a:r>
            <a:r>
              <a:rPr sz="2000" dirty="0" err="1"/>
              <a:t>показаний</a:t>
            </a:r>
            <a:r>
              <a:rPr sz="2000" dirty="0"/>
              <a:t> </a:t>
            </a:r>
            <a:r>
              <a:rPr sz="2000" dirty="0" err="1"/>
              <a:t>водосчетчиков</a:t>
            </a:r>
            <a:r>
              <a:rPr sz="2000" dirty="0"/>
              <a:t> </a:t>
            </a:r>
            <a:r>
              <a:rPr sz="2000" dirty="0" err="1"/>
              <a:t>пользователями</a:t>
            </a:r>
            <a:r>
              <a:rPr sz="2000" dirty="0"/>
              <a:t>.</a:t>
            </a:r>
          </a:p>
          <a:p>
            <a:endParaRPr sz="2000" dirty="0"/>
          </a:p>
          <a:p>
            <a:r>
              <a:rPr sz="2000" dirty="0" err="1"/>
              <a:t>Предмет</a:t>
            </a:r>
            <a:r>
              <a:rPr sz="2000" dirty="0"/>
              <a:t> </a:t>
            </a:r>
            <a:r>
              <a:rPr sz="2000" dirty="0" err="1"/>
              <a:t>исследования</a:t>
            </a:r>
            <a:r>
              <a:rPr sz="2000" dirty="0"/>
              <a:t>: </a:t>
            </a:r>
            <a:r>
              <a:rPr sz="2000" dirty="0" err="1"/>
              <a:t>средства</a:t>
            </a:r>
            <a:r>
              <a:rPr sz="2000" dirty="0"/>
              <a:t> и </a:t>
            </a:r>
            <a:r>
              <a:rPr sz="2000" dirty="0" err="1"/>
              <a:t>методы</a:t>
            </a:r>
            <a:r>
              <a:rPr sz="2000" dirty="0"/>
              <a:t> </a:t>
            </a:r>
            <a:r>
              <a:rPr sz="2000" dirty="0" err="1"/>
              <a:t>разработки</a:t>
            </a:r>
            <a:r>
              <a:rPr sz="2000" dirty="0"/>
              <a:t> Telegram-</a:t>
            </a:r>
            <a:r>
              <a:rPr sz="2000" dirty="0" err="1"/>
              <a:t>бота</a:t>
            </a:r>
            <a:r>
              <a:rPr sz="2000" dirty="0"/>
              <a:t> </a:t>
            </a:r>
            <a:r>
              <a:rPr sz="2000" dirty="0" err="1"/>
              <a:t>для</a:t>
            </a:r>
            <a:r>
              <a:rPr sz="2000" dirty="0"/>
              <a:t> </a:t>
            </a:r>
            <a:r>
              <a:rPr sz="2000" dirty="0" err="1"/>
              <a:t>автоматизации</a:t>
            </a:r>
            <a:r>
              <a:rPr sz="2000" dirty="0"/>
              <a:t> </a:t>
            </a:r>
            <a:r>
              <a:rPr sz="2000" dirty="0" err="1"/>
              <a:t>учета</a:t>
            </a:r>
            <a:r>
              <a:rPr sz="2000" dirty="0"/>
              <a:t> и </a:t>
            </a:r>
            <a:r>
              <a:rPr sz="2000" dirty="0" err="1"/>
              <a:t>мониторинга</a:t>
            </a:r>
            <a:r>
              <a:rPr sz="2000" dirty="0"/>
              <a:t> </a:t>
            </a:r>
            <a:r>
              <a:rPr sz="2000" dirty="0" err="1"/>
              <a:t>показаний</a:t>
            </a:r>
            <a:r>
              <a:rPr sz="2000" dirty="0"/>
              <a:t> </a:t>
            </a:r>
            <a:r>
              <a:rPr sz="2000" dirty="0" err="1"/>
              <a:t>воды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538" y="301271"/>
            <a:ext cx="8229600" cy="1143000"/>
          </a:xfrm>
        </p:spPr>
        <p:txBody>
          <a:bodyPr/>
          <a:lstStyle/>
          <a:p>
            <a:r>
              <a:rPr b="1" dirty="0" err="1"/>
              <a:t>Цель</a:t>
            </a:r>
            <a:r>
              <a:rPr b="1" dirty="0"/>
              <a:t> </a:t>
            </a:r>
            <a:r>
              <a:rPr b="1" dirty="0" err="1"/>
              <a:t>исследования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948" y="2086252"/>
            <a:ext cx="7057748" cy="284085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000" dirty="0" err="1"/>
              <a:t>Разработка</a:t>
            </a:r>
            <a:r>
              <a:rPr sz="2000" dirty="0"/>
              <a:t> и </a:t>
            </a:r>
            <a:r>
              <a:rPr sz="2000" dirty="0" err="1"/>
              <a:t>внедрение</a:t>
            </a:r>
            <a:r>
              <a:rPr sz="2000" dirty="0"/>
              <a:t> Telegram-</a:t>
            </a:r>
            <a:r>
              <a:rPr sz="2000" dirty="0" err="1"/>
              <a:t>бота</a:t>
            </a:r>
            <a:r>
              <a:rPr sz="2000" dirty="0"/>
              <a:t>, </a:t>
            </a:r>
            <a:r>
              <a:rPr sz="2000" dirty="0" err="1"/>
              <a:t>позволяющего</a:t>
            </a:r>
            <a:r>
              <a:rPr sz="2000" dirty="0"/>
              <a:t> </a:t>
            </a:r>
            <a:r>
              <a:rPr sz="2000" dirty="0" err="1"/>
              <a:t>пользователям</a:t>
            </a:r>
            <a:r>
              <a:rPr sz="2000" dirty="0"/>
              <a:t> </a:t>
            </a:r>
            <a:r>
              <a:rPr sz="2000" dirty="0" err="1"/>
              <a:t>удобно</a:t>
            </a:r>
            <a:r>
              <a:rPr sz="2000" dirty="0"/>
              <a:t> </a:t>
            </a:r>
            <a:r>
              <a:rPr sz="2000" dirty="0" err="1"/>
              <a:t>вносить</a:t>
            </a:r>
            <a:r>
              <a:rPr sz="2000" dirty="0"/>
              <a:t>, </a:t>
            </a:r>
            <a:r>
              <a:rPr sz="2000" dirty="0" err="1"/>
              <a:t>хранить</a:t>
            </a:r>
            <a:r>
              <a:rPr sz="2000" dirty="0"/>
              <a:t> и </a:t>
            </a:r>
            <a:r>
              <a:rPr sz="2000" dirty="0" err="1"/>
              <a:t>анализировать</a:t>
            </a:r>
            <a:r>
              <a:rPr sz="2000" dirty="0"/>
              <a:t> </a:t>
            </a:r>
            <a:r>
              <a:rPr sz="2000" dirty="0" err="1"/>
              <a:t>показания</a:t>
            </a:r>
            <a:r>
              <a:rPr sz="2000" dirty="0"/>
              <a:t> </a:t>
            </a:r>
            <a:r>
              <a:rPr sz="2000" dirty="0" err="1"/>
              <a:t>водосчетчиков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Задачи</a:t>
            </a:r>
            <a:r>
              <a:rPr b="1" dirty="0"/>
              <a:t> </a:t>
            </a:r>
            <a:r>
              <a:rPr b="1" dirty="0" err="1"/>
              <a:t>исследования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1. </a:t>
            </a:r>
            <a:r>
              <a:rPr dirty="0" err="1"/>
              <a:t>Изучить</a:t>
            </a:r>
            <a:r>
              <a:rPr dirty="0"/>
              <a:t> </a:t>
            </a:r>
            <a:r>
              <a:rPr dirty="0" err="1"/>
              <a:t>существующие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учета</a:t>
            </a:r>
            <a:r>
              <a:rPr dirty="0"/>
              <a:t> </a:t>
            </a:r>
            <a:r>
              <a:rPr dirty="0" err="1"/>
              <a:t>показаний</a:t>
            </a:r>
            <a:r>
              <a:rPr dirty="0"/>
              <a:t> </a:t>
            </a:r>
            <a:r>
              <a:rPr dirty="0" err="1"/>
              <a:t>воды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требования</a:t>
            </a:r>
            <a:r>
              <a:rPr dirty="0"/>
              <a:t> к </a:t>
            </a:r>
            <a:r>
              <a:rPr dirty="0" err="1"/>
              <a:t>функционалу</a:t>
            </a:r>
            <a:r>
              <a:rPr dirty="0"/>
              <a:t> и </a:t>
            </a:r>
            <a:r>
              <a:rPr dirty="0" err="1"/>
              <a:t>интерфейсу</a:t>
            </a:r>
            <a:r>
              <a:rPr dirty="0"/>
              <a:t> Telegram-</a:t>
            </a:r>
            <a:r>
              <a:rPr dirty="0" err="1"/>
              <a:t>бота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dirty="0" err="1"/>
              <a:t>Разработать</a:t>
            </a:r>
            <a:r>
              <a:rPr dirty="0"/>
              <a:t> </a:t>
            </a:r>
            <a:r>
              <a:rPr dirty="0" err="1"/>
              <a:t>архитектуру</a:t>
            </a:r>
            <a:r>
              <a:rPr dirty="0"/>
              <a:t> и </a:t>
            </a:r>
            <a:r>
              <a:rPr dirty="0" err="1"/>
              <a:t>алгоритмы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бота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dirty="0" err="1"/>
              <a:t>Реализовать</a:t>
            </a:r>
            <a:r>
              <a:rPr dirty="0"/>
              <a:t> </a:t>
            </a:r>
            <a:r>
              <a:rPr dirty="0" err="1"/>
              <a:t>бот</a:t>
            </a:r>
            <a:r>
              <a:rPr dirty="0"/>
              <a:t> с </a:t>
            </a:r>
            <a:r>
              <a:rPr dirty="0" err="1"/>
              <a:t>использованием</a:t>
            </a:r>
            <a:r>
              <a:rPr dirty="0"/>
              <a:t> Telegram API и </a:t>
            </a:r>
            <a:r>
              <a:rPr dirty="0" err="1"/>
              <a:t>базы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dirty="0" err="1"/>
              <a:t>Провести</a:t>
            </a:r>
            <a:r>
              <a:rPr dirty="0"/>
              <a:t> </a:t>
            </a:r>
            <a:r>
              <a:rPr dirty="0" err="1"/>
              <a:t>тестирование</a:t>
            </a:r>
            <a:r>
              <a:rPr dirty="0"/>
              <a:t> и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эффективность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Методы</a:t>
            </a:r>
            <a:r>
              <a:rPr b="1" dirty="0"/>
              <a:t> </a:t>
            </a:r>
            <a:r>
              <a:rPr b="1" dirty="0" err="1"/>
              <a:t>исследования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277" y="1813264"/>
            <a:ext cx="7608164" cy="29274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 err="1"/>
              <a:t>Анализ</a:t>
            </a:r>
            <a:r>
              <a:rPr sz="2800" dirty="0"/>
              <a:t> </a:t>
            </a:r>
            <a:r>
              <a:rPr sz="2800" dirty="0" err="1"/>
              <a:t>предметной</a:t>
            </a:r>
            <a:r>
              <a:rPr sz="2800" dirty="0"/>
              <a:t> </a:t>
            </a:r>
            <a:r>
              <a:rPr sz="2800" dirty="0" err="1"/>
              <a:t>области</a:t>
            </a:r>
            <a:r>
              <a:rPr sz="2800" dirty="0"/>
              <a:t>, </a:t>
            </a:r>
            <a:r>
              <a:rPr sz="2800" dirty="0" err="1"/>
              <a:t>проектирование</a:t>
            </a:r>
            <a:r>
              <a:rPr sz="2800" dirty="0"/>
              <a:t> </a:t>
            </a:r>
            <a:r>
              <a:rPr sz="2800" dirty="0" err="1"/>
              <a:t>программного</a:t>
            </a:r>
            <a:r>
              <a:rPr sz="2800" dirty="0"/>
              <a:t> </a:t>
            </a:r>
            <a:r>
              <a:rPr sz="2800" dirty="0" err="1"/>
              <a:t>обеспечения</a:t>
            </a:r>
            <a:r>
              <a:rPr sz="2800" dirty="0"/>
              <a:t>, </a:t>
            </a:r>
            <a:r>
              <a:rPr sz="2800" dirty="0" err="1"/>
              <a:t>моделирование</a:t>
            </a:r>
            <a:r>
              <a:rPr sz="2800" dirty="0"/>
              <a:t>, </a:t>
            </a:r>
            <a:r>
              <a:rPr sz="2800" dirty="0" err="1"/>
              <a:t>прототипирование</a:t>
            </a:r>
            <a:r>
              <a:rPr sz="2800" dirty="0"/>
              <a:t>, </a:t>
            </a:r>
            <a:r>
              <a:rPr sz="2800" dirty="0" err="1"/>
              <a:t>тестирование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5545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 err="1"/>
              <a:t>Практическая</a:t>
            </a:r>
            <a:r>
              <a:rPr b="1" dirty="0"/>
              <a:t> </a:t>
            </a:r>
            <a:r>
              <a:rPr b="1" dirty="0" err="1"/>
              <a:t>значимость</a:t>
            </a:r>
            <a:r>
              <a:rPr b="1" dirty="0"/>
              <a:t> </a:t>
            </a:r>
            <a:r>
              <a:rPr b="1" dirty="0" err="1"/>
              <a:t>исследования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732" y="2201661"/>
            <a:ext cx="8229600" cy="3853480"/>
          </a:xfrm>
        </p:spPr>
        <p:txBody>
          <a:bodyPr/>
          <a:lstStyle/>
          <a:p>
            <a:pPr marL="0" indent="0" algn="just">
              <a:buNone/>
            </a:pP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применены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автоматизации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передачи</a:t>
            </a:r>
            <a:r>
              <a:rPr dirty="0"/>
              <a:t> </a:t>
            </a:r>
            <a:r>
              <a:rPr dirty="0" err="1"/>
              <a:t>показаний</a:t>
            </a:r>
            <a:r>
              <a:rPr dirty="0"/>
              <a:t> </a:t>
            </a:r>
            <a:r>
              <a:rPr dirty="0" err="1"/>
              <a:t>воды</a:t>
            </a:r>
            <a:r>
              <a:rPr dirty="0"/>
              <a:t> в </a:t>
            </a:r>
            <a:r>
              <a:rPr dirty="0" err="1"/>
              <a:t>бытовых</a:t>
            </a:r>
            <a:r>
              <a:rPr dirty="0"/>
              <a:t> и </a:t>
            </a:r>
            <a:r>
              <a:rPr dirty="0" err="1"/>
              <a:t>коммунальных</a:t>
            </a:r>
            <a:r>
              <a:rPr dirty="0"/>
              <a:t> </a:t>
            </a:r>
            <a:r>
              <a:rPr dirty="0" err="1"/>
              <a:t>системах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сократит</a:t>
            </a:r>
            <a:r>
              <a:rPr dirty="0"/>
              <a:t> </a:t>
            </a:r>
            <a:r>
              <a:rPr dirty="0" err="1"/>
              <a:t>временные</a:t>
            </a:r>
            <a:r>
              <a:rPr dirty="0"/>
              <a:t> </a:t>
            </a:r>
            <a:r>
              <a:rPr dirty="0" err="1"/>
              <a:t>затраты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и </a:t>
            </a:r>
            <a:r>
              <a:rPr dirty="0" err="1"/>
              <a:t>повысит</a:t>
            </a:r>
            <a:r>
              <a:rPr dirty="0"/>
              <a:t> </a:t>
            </a:r>
            <a:r>
              <a:rPr dirty="0" err="1"/>
              <a:t>точность</a:t>
            </a:r>
            <a:r>
              <a:rPr dirty="0"/>
              <a:t> </a:t>
            </a:r>
            <a:r>
              <a:rPr dirty="0" err="1"/>
              <a:t>учета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3</TotalTime>
  <Words>217</Words>
  <Application>Microsoft Office PowerPoint</Application>
  <PresentationFormat>Экран (4:3)</PresentationFormat>
  <Paragraphs>21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Schoolbook</vt:lpstr>
      <vt:lpstr>Wingdings 2</vt:lpstr>
      <vt:lpstr>Вид</vt:lpstr>
      <vt:lpstr>Разработка Telegram-бота для отслеживания показаний счетчиков воды</vt:lpstr>
      <vt:lpstr>Актуальность исследования</vt:lpstr>
      <vt:lpstr>Объект и предмет исследования</vt:lpstr>
      <vt:lpstr>Цель исследования</vt:lpstr>
      <vt:lpstr>Задачи исследования</vt:lpstr>
      <vt:lpstr>Методы исследования</vt:lpstr>
      <vt:lpstr>Практическая значимость исследования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Telegram-бота для отслеживания показаний счетчиков воды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2025-11-12T16:45:24Z</dcterms:modified>
  <cp:category/>
</cp:coreProperties>
</file>